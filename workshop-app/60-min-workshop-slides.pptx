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6E8F0"/>
                </a:solidFill>
              </a:defRPr>
            </a:pPr>
            <a:r>
              <a:t>Account Action Brief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5B8DFF"/>
                </a:solidFill>
              </a:defRPr>
            </a:pPr>
            <a:r>
              <a:t>60-Minute Live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5B4"/>
                </a:solidFill>
              </a:defRPr>
            </a:pPr>
            <a:r>
              <a:t>You.com = evidence  ·  Hermes = governed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5B4"/>
                </a:solidFill>
              </a:defRPr>
            </a:pPr>
            <a:r>
              <a:t>Slides = script + copy-paste  ·  App = govern + agent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B8DFF"/>
                </a:solidFill>
              </a:defRPr>
            </a:pPr>
            <a:r>
              <a:t>Two platforms, one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</a:defRPr>
            </a:pPr>
            <a:r>
              <a:t>You.com —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6E8F0"/>
                </a:solidFill>
              </a:defRPr>
            </a:pPr>
            <a:r>
              <a:t>Live web intelligence (not stale training data)</a:t>
            </a:r>
          </a:p>
          <a:p>
            <a:pPr>
              <a:defRPr sz="1700">
                <a:solidFill>
                  <a:srgbClr val="E6E8F0"/>
                </a:solidFill>
              </a:defRPr>
            </a:pPr>
            <a:r>
              <a:t>Search → Contents → Research chain</a:t>
            </a:r>
          </a:p>
          <a:p>
            <a:pPr>
              <a:defRPr sz="1700">
                <a:solidFill>
                  <a:srgbClr val="E6E8F0"/>
                </a:solidFill>
              </a:defRPr>
            </a:pPr>
            <a:r>
              <a:t>Citations + freshness in API responses</a:t>
            </a:r>
          </a:p>
          <a:p>
            <a:pPr>
              <a:defRPr sz="1700">
                <a:solidFill>
                  <a:srgbClr val="E6E8F0"/>
                </a:solidFill>
              </a:defRPr>
            </a:pPr>
            <a:r>
              <a:t>MCP exposes tools to Hermes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234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78BFA"/>
                </a:solidFill>
              </a:defRPr>
            </a:pPr>
            <a:r>
              <a:t>Hermes —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7373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6E8F0"/>
                </a:solidFill>
              </a:defRPr>
            </a:pPr>
            <a:r>
              <a:t>Named skill: /account-action-brief</a:t>
            </a:r>
          </a:p>
          <a:p>
            <a:pPr>
              <a:defRPr sz="1700">
                <a:solidFill>
                  <a:srgbClr val="E6E8F0"/>
                </a:solidFill>
              </a:defRPr>
            </a:pPr>
            <a:r>
              <a:t>Stable inputs + six-section output</a:t>
            </a:r>
          </a:p>
          <a:p>
            <a:pPr>
              <a:defRPr sz="1700">
                <a:solidFill>
                  <a:srgbClr val="E6E8F0"/>
                </a:solidFill>
              </a:defRPr>
            </a:pPr>
            <a:r>
              <a:t>Connector map + review gates (Draft first)</a:t>
            </a:r>
          </a:p>
          <a:p>
            <a:pPr>
              <a:defRPr sz="1700">
                <a:solidFill>
                  <a:srgbClr val="E6E8F0"/>
                </a:solidFill>
              </a:defRPr>
            </a:pPr>
            <a:r>
              <a:t>You install + test live today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B8DFF"/>
                </a:solidFill>
              </a:defRPr>
            </a:pPr>
            <a:r>
              <a:t>Agenda (60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0–3   Welcome — story + demo company AMD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3–18  You.com APIs — walk platform playground together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18–23 Govern — connectors + review gates (app)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23–26 Workflow card — generate + download (app)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26–52 Hermes desktop — install + define inputs + MCP + test brief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52–57 Close — join You.com Discord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57–60 Buffer /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5B4"/>
                </a:solidFill>
              </a:defRPr>
            </a:pPr>
            <a:r>
              <a:t>Playground: https://you.com/platform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8BDF8"/>
                </a:solidFill>
              </a:defRPr>
            </a:pPr>
            <a:r>
              <a:t>You.com APIs — which one when?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5B4"/>
                </a:solidFill>
              </a:defRPr>
            </a:pPr>
            <a:r>
              <a:t>One job per API — Hermes orchestrates the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Search — discover candidate sources (structured JSON, snippets, URLs)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Contents — read full page text from URLs you already trust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Research — multi-source synthesis with citations (output.content + sources)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Finance Research — earnings, filings, market signals (public companies)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MCP — Hermes calls Search/Contents/Research without custom integration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8BDF8"/>
                </a:solidFill>
              </a:defRPr>
            </a:pPr>
            <a:r>
              <a:t>Web Search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5B4"/>
                </a:solidFill>
              </a:defRPr>
            </a:pPr>
            <a:r>
              <a:t>Playground → Search endpoint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Job: discover current web + news sources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Returns: titles, URLs, snippets, freshness metadata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Governance: include_domains, freshness, count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Playground: try query → AMD data center Instinct MI350 earnings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Point out: structured JSON — not a prose answer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8BDF8"/>
                </a:solidFill>
              </a:defRPr>
            </a:pPr>
            <a:r>
              <a:t>Contents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5B4"/>
                </a:solidFill>
              </a:defRPr>
            </a:pPr>
            <a:r>
              <a:t>Playground → Contents endpoint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Job: fetch clean markdown/HTML from selected URLs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Use when: snippets are not enough for claim verification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Returns: page markdown + metadata per URL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Playground: paste 1–2 URLs from Search results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Point out: page-level evidence for the brief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8BDF8"/>
                </a:solidFill>
              </a:defRPr>
            </a:pPr>
            <a:r>
              <a:t>Research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5B4"/>
                </a:solidFill>
              </a:defRPr>
            </a:pPr>
            <a:r>
              <a:t>Playground → Research endpoint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Job: multi-step synthesis across sources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Returns: output.content + output.sources (citations)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Use when: you need strategic implications, not just retrieval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Playground: AMD demo — attendees define their own goal in Hermes later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Say: Hermes automates this same chain on /account-action-brief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B8DFF"/>
                </a:solidFill>
              </a:defRPr>
            </a:pPr>
            <a:r>
              <a:t>MCP — how Hermes calls You.com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</a:defRPr>
            </a:pPr>
            <a:r>
              <a:t>What is MCP?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6E8F0"/>
                </a:solidFill>
              </a:defRPr>
            </a:pPr>
            <a:r>
              <a:t>Model Context Protocol — open standard for agent tool access</a:t>
            </a:r>
          </a:p>
          <a:p>
            <a:pPr>
              <a:defRPr sz="1700">
                <a:solidFill>
                  <a:srgbClr val="E6E8F0"/>
                </a:solidFill>
              </a:defRPr>
            </a:pPr>
            <a:r>
              <a:t>Agents call tools (APIs) without custom integration code per app</a:t>
            </a:r>
          </a:p>
          <a:p>
            <a:pPr>
              <a:defRPr sz="1700">
                <a:solidFill>
                  <a:srgbClr val="E6E8F0"/>
                </a:solidFill>
              </a:defRPr>
            </a:pPr>
            <a:r>
              <a:t>Playground = you call APIs manually; MCP = Hermes calls them as tools</a:t>
            </a:r>
          </a:p>
          <a:p>
            <a:pPr>
              <a:defRPr sz="1700">
                <a:solidFill>
                  <a:srgbClr val="E6E8F0"/>
                </a:solidFill>
              </a:defRPr>
            </a:pPr>
            <a:r>
              <a:t>Same evidence chain: Search → Contents →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234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78BFA"/>
                </a:solidFill>
              </a:defRPr>
            </a:pPr>
            <a:r>
              <a:t>You.com MCP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7373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6E8F0"/>
                </a:solidFill>
              </a:defRPr>
            </a:pPr>
            <a:r>
              <a:t>URL: https://api.you.com/mcp</a:t>
            </a:r>
          </a:p>
          <a:p>
            <a:pPr>
              <a:defRPr sz="1700">
                <a:solidFill>
                  <a:srgbClr val="E6E8F0"/>
                </a:solidFill>
              </a:defRPr>
            </a:pPr>
            <a:r>
              <a:t>Tools: you-search · you-contents · you-research</a:t>
            </a:r>
          </a:p>
          <a:p>
            <a:pPr>
              <a:defRPr sz="1700">
                <a:solidFill>
                  <a:srgbClr val="E6E8F0"/>
                </a:solidFill>
              </a:defRPr>
            </a:pPr>
            <a:r>
              <a:t>Optional: finance research for public companies</a:t>
            </a:r>
          </a:p>
          <a:p>
            <a:pPr>
              <a:defRPr sz="1700">
                <a:solidFill>
                  <a:srgbClr val="E6E8F0"/>
                </a:solidFill>
              </a:defRPr>
            </a:pPr>
            <a:r>
              <a:t>Your API key authenticates — read-only web intelligence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8BDF8"/>
                </a:solidFill>
              </a:defRPr>
            </a:pPr>
            <a:r>
              <a:t>How You.com MCP works in /account-action-brief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5B4"/>
                </a:solidFill>
              </a:defRPr>
            </a:pPr>
            <a:r>
              <a:t>We wire https://api.you.com/mcp live during Hermes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1. You run /account-action-brief with company + brief goal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2. Hermes skill decides which tools to call and in what order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3. Hermes → MCP → you-search (discover sources for the goal)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4. Hermes → MCP → you-contents (read selected URLs)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5. Hermes → MCP → you-research (synthesize with citations)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6. Skill formats six-section brief → review status: Draft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You saw steps 3–5 manually in the playground — MCP automates them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8BDF8"/>
                </a:solidFill>
              </a:defRPr>
            </a:pPr>
            <a:r>
              <a:t>Finance Research API (optional)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5B4"/>
                </a:solidFill>
              </a:defRPr>
            </a:pPr>
            <a:r>
              <a:t>Skip in 60-min if running long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Finance-optimized index — earnings, filings, market signals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Great for AMD and other public companies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Often slow (2–5 min) — demo in playground if time allows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research_effort: deep or exhaustive only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Enable via MCP only if you need financial context in the brief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8BDF8"/>
                </a:solidFill>
              </a:defRPr>
            </a:pPr>
            <a:r>
              <a:t>Platform playground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5B4"/>
                </a:solidFill>
              </a:defRPr>
            </a:pPr>
            <a:r>
              <a:t>3–18 min · facilitator leads; attendees follow along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1. Open https://you.com/platform → API Playground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2. Search — run for AMD; show JSON results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3. Contents — fetch one press release URL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4. Research — ask about AMD strategic signals (renewal / outbound / competitive)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5. View Code — show curl/Python snippet (optional)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6. Bridge: 'In Hermes, MCP runs this chain automatically'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B8DFF"/>
                </a:solidFill>
              </a:defRPr>
            </a:pPr>
            <a:r>
              <a:t>Hermes — skills &amp; connectors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78BFA"/>
                </a:solidFill>
              </a:defRPr>
            </a:pPr>
            <a:r>
              <a:t>Skills (workflows)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6E8F0"/>
                </a:solidFill>
              </a:defRPr>
            </a:pPr>
            <a:r>
              <a:t>Named, reusable workflow — e.g. /account-action-brief</a:t>
            </a:r>
          </a:p>
          <a:p>
            <a:pPr>
              <a:defRPr sz="1700">
                <a:solidFill>
                  <a:srgbClr val="E6E8F0"/>
                </a:solidFill>
              </a:defRPr>
            </a:pPr>
            <a:r>
              <a:t>SKILL.md = inputs, procedure, output schema, governance rules</a:t>
            </a:r>
          </a:p>
          <a:p>
            <a:pPr>
              <a:defRPr sz="1700">
                <a:solidFill>
                  <a:srgbClr val="E6E8F0"/>
                </a:solidFill>
              </a:defRPr>
            </a:pPr>
            <a:r>
              <a:t>Trigger: slash command + company + brief goal</a:t>
            </a:r>
          </a:p>
          <a:p>
            <a:pPr>
              <a:defRPr sz="1700">
                <a:solidFill>
                  <a:srgbClr val="E6E8F0"/>
                </a:solidFill>
              </a:defRPr>
            </a:pPr>
            <a:r>
              <a:t>Today: install skill pack → open SKILL.md to see what's inside</a:t>
            </a:r>
          </a:p>
          <a:p>
            <a:pPr>
              <a:defRPr sz="1700">
                <a:solidFill>
                  <a:srgbClr val="E6E8F0"/>
                </a:solidFill>
              </a:defRPr>
            </a:pPr>
            <a:r>
              <a:t>Skills define WHAT the agent does every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234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B8DFF"/>
                </a:solidFill>
              </a:defRPr>
            </a:pPr>
            <a:r>
              <a:t>Connectors (permissions)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7373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6E8F0"/>
                </a:solidFill>
              </a:defRPr>
            </a:pPr>
            <a:r>
              <a:t>Read-only: You.com MCP, CRM read, internal docs</a:t>
            </a:r>
          </a:p>
          <a:p>
            <a:pPr>
              <a:defRPr sz="1700">
                <a:solidFill>
                  <a:srgbClr val="E6E8F0"/>
                </a:solidFill>
              </a:defRPr>
            </a:pPr>
            <a:r>
              <a:t>Draft-only: email draft, Slack review, CRM update draft</a:t>
            </a:r>
          </a:p>
          <a:p>
            <a:pPr>
              <a:defRPr sz="1700">
                <a:solidFill>
                  <a:srgbClr val="E6E8F0"/>
                </a:solidFill>
              </a:defRPr>
            </a:pPr>
            <a:r>
              <a:t>Blocked: auto-send, auto-CRM-update, sensitive data</a:t>
            </a:r>
          </a:p>
          <a:p>
            <a:pPr>
              <a:defRPr sz="1700">
                <a:solidFill>
                  <a:srgbClr val="E6E8F0"/>
                </a:solidFill>
              </a:defRPr>
            </a:pPr>
            <a:r>
              <a:t>Connectors define HOW the skill may touch each system</a:t>
            </a:r>
          </a:p>
          <a:p>
            <a:pPr>
              <a:defRPr sz="1700">
                <a:solidFill>
                  <a:srgbClr val="E6E8F0"/>
                </a:solidFill>
              </a:defRPr>
            </a:pPr>
            <a:r>
              <a:t>You.com is always read-only — Hermes never writes via MCP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B8DFF"/>
                </a:solidFill>
              </a:defRPr>
            </a:pPr>
            <a:r>
              <a:t>Govern — review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</a:defRPr>
            </a:pPr>
            <a:r>
              <a:t>Why governance?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6E8F0"/>
                </a:solidFill>
              </a:defRPr>
            </a:pPr>
            <a:r>
              <a:t>AI output starts Draft — human review before use</a:t>
            </a:r>
          </a:p>
          <a:p>
            <a:pPr>
              <a:defRPr sz="1700">
                <a:solidFill>
                  <a:srgbClr val="E6E8F0"/>
                </a:solidFill>
              </a:defRPr>
            </a:pPr>
            <a:r>
              <a:t>Internal use ≠ external use (customer comms need extra approval)</a:t>
            </a:r>
          </a:p>
          <a:p>
            <a:pPr>
              <a:defRPr sz="1700">
                <a:solidFill>
                  <a:srgbClr val="E6E8F0"/>
                </a:solidFill>
              </a:defRPr>
            </a:pPr>
            <a:r>
              <a:t>Block auto-send / auto-CRM-update in pilot — humans approve</a:t>
            </a:r>
          </a:p>
          <a:p>
            <a:pPr>
              <a:defRPr sz="1700">
                <a:solidFill>
                  <a:srgbClr val="E6E8F0"/>
                </a:solidFill>
              </a:defRPr>
            </a:pPr>
            <a:r>
              <a:t>Skills + connectors + review gates = safe, repeatable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234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78BFA"/>
                </a:solidFill>
              </a:defRPr>
            </a:pPr>
            <a:r>
              <a:t>Review gates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7373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6E8F0"/>
                </a:solidFill>
              </a:defRPr>
            </a:pPr>
            <a:r>
              <a:t>Draft — default every run</a:t>
            </a:r>
          </a:p>
          <a:p>
            <a:pPr>
              <a:defRPr sz="1700">
                <a:solidFill>
                  <a:srgbClr val="E6E8F0"/>
                </a:solidFill>
              </a:defRPr>
            </a:pPr>
            <a:r>
              <a:t>Needs edits — weak sources or unsupported claims</a:t>
            </a:r>
          </a:p>
          <a:p>
            <a:pPr>
              <a:defRPr sz="1700">
                <a:solidFill>
                  <a:srgbClr val="E6E8F0"/>
                </a:solidFill>
              </a:defRPr>
            </a:pPr>
            <a:r>
              <a:t>Approved for internal use — meeting prep, planning</a:t>
            </a:r>
          </a:p>
          <a:p>
            <a:pPr>
              <a:defRPr sz="1700">
                <a:solidFill>
                  <a:srgbClr val="E6E8F0"/>
                </a:solidFill>
              </a:defRPr>
            </a:pPr>
            <a:r>
              <a:t>Approved for external use — outreach, customer comms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A78BFA"/>
                </a:solidFill>
              </a:defRPr>
            </a:pPr>
            <a:r>
              <a:t>Define inputs in Hermes (live)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5B4"/>
                </a:solidFill>
              </a:defRPr>
            </a:pPr>
            <a:r>
              <a:t>26–41 min · define in test command, then run /account-action-brief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Required: company — AMD (demo) or your account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Optional: website — https://www.amd.com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Brief goal — tailors Search + Research queries: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  Renewal · Outbound · Competitive · Partner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Optional: output_audience — internal or external draft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Six-section output every brief follows: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  Snapshot · Signals · Why They Care · Actions · Claims &amp; Sources · Review Notes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A78BFA"/>
                </a:solidFill>
              </a:defRPr>
            </a:pPr>
            <a:r>
              <a:t>Hermes desktop — install skill pack (live)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5B4"/>
                </a:solidFill>
              </a:defRPr>
            </a:pPr>
            <a:r>
              <a:t>26–34 min · everyone runs this in the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D2E6"/>
                </a:solidFill>
                <a:latin typeface="Menlo"/>
              </a:defRPr>
            </a:pPr>
            <a:r>
              <a:t>cd workshop-app/hermes-desktop</a:t>
            </a:r>
            <a:br/>
            <a:r>
              <a:t>chmod +x install.sh</a:t>
            </a:r>
            <a:br/>
            <a:r>
              <a:t>./install.sh</a:t>
            </a:r>
            <a:br/>
            <a:r>
              <a:t># Skills → ~/.hermes/skills/ — restart Hermes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A78BFA"/>
                </a:solidFill>
              </a:defRPr>
            </a:pPr>
            <a:r>
              <a:t>Wire You.com MCP (live)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5B4"/>
                </a:solidFill>
              </a:defRPr>
            </a:pPr>
            <a:r>
              <a:t>34–41 min · circulate and help with tool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D2E6"/>
                </a:solidFill>
                <a:latin typeface="Menlo"/>
              </a:defRPr>
            </a:pPr>
            <a:r>
              <a:t>You.com MCP Server:</a:t>
            </a:r>
            <a:br/>
            <a:r>
              <a:t>https://api.you.com/mcp</a:t>
            </a:r>
            <a:br/>
            <a:br/>
            <a:r>
              <a:t>Enable tools on /account-action-brief:</a:t>
            </a:r>
            <a:br/>
            <a:r>
              <a:t>• you-search</a:t>
            </a:r>
            <a:br/>
            <a:r>
              <a:t>• you-contents</a:t>
            </a:r>
            <a:br/>
            <a:r>
              <a:t>• you-research</a:t>
            </a:r>
            <a:br/>
            <a:br/>
            <a:r>
              <a:t>(Optional) you-finance for public companies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A78BFA"/>
                </a:solidFill>
              </a:defRPr>
            </a:pPr>
            <a:r>
              <a:t>Define inputs + test /account-action-brief (live)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5B4"/>
                </a:solidFill>
              </a:defRPr>
            </a:pPr>
            <a:r>
              <a:t>41–52 min · company + goal + verify six sections + Draft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D2E6"/>
                </a:solidFill>
                <a:latin typeface="Menlo"/>
              </a:defRPr>
            </a:pPr>
            <a:r>
              <a:t>/account-action-brief</a:t>
            </a:r>
            <a:br/>
            <a:br/>
            <a:r>
              <a:t>company: AMD</a:t>
            </a:r>
            <a:br/>
            <a:r>
              <a:t>website: https://www.amd.com</a:t>
            </a:r>
            <a:br/>
            <a:r>
              <a:t>goal: Prepare for an upcoming customer meeting — understand recent strategic signals and decide what actions the account team should consider.</a:t>
            </a:r>
            <a:br/>
            <a:r>
              <a:t>output_audience: internal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A78BFA"/>
                </a:solidFill>
              </a:defRPr>
            </a:pPr>
            <a:r>
              <a:t>Minimum success before you leave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Skill /account-action-brief installed in Hermes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You.com MCP connected (tool calls visible)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Test run completes with six sections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Claims &amp; Sources lists real URLs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Review status = Draft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No auto-send or CRM write occurred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B8DFF"/>
                </a:solidFill>
              </a:defRPr>
            </a:pPr>
            <a:r>
              <a:t>Close — join You.com Discord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5B4"/>
                </a:solidFill>
              </a:defRPr>
            </a:pPr>
            <a:r>
              <a:t>52–57 min · only required follow-up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D2E6"/>
                </a:solidFill>
                <a:latin typeface="Menlo"/>
              </a:defRPr>
            </a:pPr>
            <a:r>
              <a:t>https://discord.gg/2C4WgryxSD</a:t>
            </a:r>
            <a:br/>
            <a:br/>
            <a:r>
              <a:t>Post in #introductions:</a:t>
            </a:r>
            <a:br/>
            <a:br/>
            <a:r>
              <a:t>Hi! I joined from the Account Action Brief workshop (Hermes + You.com).</a:t>
            </a:r>
            <a:br/>
            <a:br/>
            <a:r>
              <a:t>- Name / role:</a:t>
            </a:r>
            <a:br/>
            <a:r>
              <a:t>- What I'm building: /account-action-brief workflow</a:t>
            </a:r>
            <a:br/>
            <a:r>
              <a:t>- First company I'll brief:</a:t>
            </a:r>
            <a:br/>
            <a:r>
              <a:t>- One thing I want to learn in this community: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B8DFF"/>
                </a:solidFill>
              </a:defRPr>
            </a:pPr>
            <a:r>
              <a:t>Close script (read aloud)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6E8F0"/>
                </a:solidFill>
              </a:defRPr>
            </a:pPr>
            <a:r>
              <a:t>"You walked the You.com APIs in the playground, installed Hermes, and ran a governed account brief.</a:t>
            </a:r>
            <a:br/>
            <a:br/>
            <a:r>
              <a:t>Join the You.com Discord — link on screen — introduce yourself and say you came from this workshop.</a:t>
            </a:r>
            <a:br/>
            <a:br/>
            <a:r>
              <a:t>Keep using /account-action-brief on your accounts. See you in the server."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B8DFF"/>
                </a:solidFill>
              </a:defRPr>
            </a:pPr>
            <a: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You.com Playground: https://you.com/platform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Workshop app: http://localhost:8080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FACILITATOR-60MIN.md · HERMES-DESKTOP-SETUP.md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COMMUNITY-CONTINUATION.md (Discord only)</a:t>
            </a:r>
          </a:p>
          <a:p>
            <a:pPr>
              <a:spcAft>
                <a:spcPts val="1000"/>
              </a:spcAft>
              <a:defRPr sz="2000">
                <a:solidFill>
                  <a:srgbClr val="E6E8F0"/>
                </a:solidFill>
              </a:defRPr>
            </a:pPr>
            <a:r>
              <a:t>Preflight: ./preflight.sh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